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6447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1097280"/>
            <a:ext cx="2194560" cy="329184"/>
          </a:xfrm>
          <a:prstGeom prst="roundRect">
            <a:avLst>
              <a:gd name="adj" fmla="val 2777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9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</a:t>
            </a:r>
            <a:r>
              <a:rPr lang="en-US" sz="52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Meeting Management &amp; Collaboration System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Solusi komprehensif transformasi manajemen rapat perusahaan:</a:t>
            </a:r>
            <a:endParaRPr lang="en-US" sz="13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Pemesanan Ruangan Bebas Bentrok, Multi-Level Approval, Absensi Digital QR Code, hingga Notulensi &amp; Action Items.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4480560"/>
            <a:ext cx="4754880" cy="109728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6634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LIVE PRODUCTION APPLICATION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88720" y="49834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https://meetthink.vercel.app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4480560"/>
            <a:ext cx="4754880" cy="109728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6634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ARSITEKTUR MODERN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49834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• PostgreSQL Neon • NextAuth v5</a:t>
            </a:r>
            <a:endParaRPr lang="en-US" sz="13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4C81FBA-0BE6-4197-53DF-60988859B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0"/>
            <a:ext cx="1373393" cy="1373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&amp; MASALAH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Tantangan Klasik Manajemen Rapat di Perusahaan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137160" cy="1920240"/>
          </a:xfrm>
          <a:prstGeom prst="roundRect">
            <a:avLst>
              <a:gd name="adj" fmla="val 33333"/>
            </a:avLst>
          </a:prstGeom>
          <a:solidFill>
            <a:srgbClr val="DC2626"/>
          </a:solidFill>
          <a:ln/>
        </p:spPr>
      </p:sp>
      <p:sp>
        <p:nvSpPr>
          <p:cNvPr id="9" name="Shape 7"/>
          <p:cNvSpPr/>
          <p:nvPr/>
        </p:nvSpPr>
        <p:spPr>
          <a:xfrm>
            <a:off x="1051560" y="1874520"/>
            <a:ext cx="548640" cy="411480"/>
          </a:xfrm>
          <a:prstGeom prst="roundRect">
            <a:avLst>
              <a:gd name="adj" fmla="val 17778"/>
            </a:avLst>
          </a:prstGeom>
          <a:solidFill>
            <a:srgbClr val="FEF2F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8745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37360" y="1874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Jadwal Bentrok &amp; Ruangan Ganda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737360" y="23774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Pemesanan ruangan melalui WhatsApp atau catatan manual sering tumpang tindih, memicu perebutan ruangan mendadak di jam-jam sibuk.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645920"/>
            <a:ext cx="137160" cy="1920240"/>
          </a:xfrm>
          <a:prstGeom prst="roundRect">
            <a:avLst>
              <a:gd name="adj" fmla="val 33333"/>
            </a:avLst>
          </a:prstGeom>
          <a:solidFill>
            <a:srgbClr val="EA580C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1874520"/>
            <a:ext cx="548640" cy="411480"/>
          </a:xfrm>
          <a:prstGeom prst="roundRect">
            <a:avLst>
              <a:gd name="adj" fmla="val 17778"/>
            </a:avLst>
          </a:prstGeom>
          <a:solidFill>
            <a:srgbClr val="FFF7ED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8745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78040" y="1874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Birokrasi Persetujuan Berbelit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178040" y="23774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Proses perizinan peminjaman ruangan, konsumsi, dan fasilitas pendukung lambat, hilang jejak, dan membingungkan pemohon rapat.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794760"/>
            <a:ext cx="137160" cy="1920240"/>
          </a:xfrm>
          <a:prstGeom prst="roundRect">
            <a:avLst>
              <a:gd name="adj" fmla="val 33333"/>
            </a:avLst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1560" y="4023360"/>
            <a:ext cx="548640" cy="411480"/>
          </a:xfrm>
          <a:prstGeom prst="roundRect">
            <a:avLst>
              <a:gd name="adj" fmla="val 17778"/>
            </a:avLst>
          </a:prstGeom>
          <a:solidFill>
            <a:srgbClr val="FFFBEB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0233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37360" y="40233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Kertas Tidak Akurat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737360" y="45262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hadir fisik rawan tercecer, menyita waktu sebelum rapat dimulai, sulit direkapitulasi, dan rentan terhadap praktik titip absen.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794760"/>
            <a:ext cx="137160" cy="1920240"/>
          </a:xfrm>
          <a:prstGeom prst="roundRect">
            <a:avLst>
              <a:gd name="adj" fmla="val 33333"/>
            </a:avLst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492240" y="4023360"/>
            <a:ext cx="548640" cy="411480"/>
          </a:xfrm>
          <a:prstGeom prst="roundRect">
            <a:avLst>
              <a:gd name="adj" fmla="val 17778"/>
            </a:avLst>
          </a:prstGeom>
          <a:solidFill>
            <a:srgbClr val="EEF2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40233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78040" y="40233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Komitmen Notulensi Terlupakan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178040" y="45262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Keputusan rapat dan pembagian tugas (action items) sering menguap tanpa pengawasan PIC, deadline tugas, dan status penyelesaian.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SOLUSI KOMPREHENSIF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MeetThink: Solusi Terpadu Manajemen Rapat Perusahaan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2514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PEMESANAN CERDAS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Booking System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05840" y="3520440"/>
            <a:ext cx="20116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6576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Pemesanan ruangan interaktif dengan algoritma deteksi bentrok otomatis dan katalog fasilitas komprehensif.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6432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56432" y="164592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3730752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730752" y="2514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PERSETUJUAN BERJENJANG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30752" y="27889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Multi-Level Approval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730752" y="3520440"/>
            <a:ext cx="20116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730752" y="36576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persetujuan berjenjang yang fleksibel dengan catatan audit dan pemantauan persiapan fasilitas/konsumsi.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/>
        </p:spPr>
      </p:sp>
      <p:sp>
        <p:nvSpPr>
          <p:cNvPr id="23" name="Text 21"/>
          <p:cNvSpPr/>
          <p:nvPr/>
        </p:nvSpPr>
        <p:spPr>
          <a:xfrm>
            <a:off x="6455664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455664" y="2514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MANDIRI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55664" y="27889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Attendance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55664" y="3520440"/>
            <a:ext cx="20116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6455664" y="36576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Presensi digital nirsentuh dengan validasi waktu cerdas (dibuka 30 menit sebelum rapat) dan rekap live.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06256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06256" y="164592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9180576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180576" y="2514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TUGAS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80576" y="27889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Item Tracking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180576" y="3520440"/>
            <a:ext cx="20116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9180576" y="36576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Notulensi resmi terkunci, pembagian tugas langsung ke PIC berbatas waktu, dan notifikasi email otomatis.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OPERASIONAL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1: Pemesanan Ruangan &amp; Deteksi Bentrok Instan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6583680" cy="438912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965960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92024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Deteksi Bentrok Jadwal Otomatis (Conflict Check)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212848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secara otomatis mengevaluasi interval waktu yang dipilih. Jika ruangan sudah dipesan pada jam tersebut, pengajuan langsung dicegah sebelum dikirim.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5840" y="2971800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292608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Katalog Ruangan Komprehensif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218688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Mencakup kapasitas peserta, denah gedung, lantai, foto ruangan, dan kelengkapan fasilitas (TV/Monitor, Proyektor, Video Conf, AC, Sound System).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5840" y="3977640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93192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Integrasi Fasilitas Khusus &amp; Konsumsi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4224528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Pemohon dapat langsung meminta konsumsi rapat (snack/makan siang) dan setup IT khusus dalam satu formulir pemesanan.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05840" y="4983480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9377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Visualisasi Kalender Fleksibel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5230368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Tampilan kalender terintegrasi dalam format Harian (Timeline per ruang), Mingguan, dan Bulanan untuk memudahkan perencanaan tim.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1645920"/>
            <a:ext cx="3840480" cy="4389120"/>
          </a:xfrm>
          <a:prstGeom prst="roundRect">
            <a:avLst>
              <a:gd name="adj" fmla="val 3571"/>
            </a:avLst>
          </a:prstGeom>
          <a:solidFill>
            <a:srgbClr val="1E3A8A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2011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BA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NILAI UNGGULAN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55280" y="23774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Nol Insiden Dual-Booking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955280" y="32004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FDB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Algoritma pengecekan tumpang tindih matematis menjamin tidak ada dua unit kerja yang dapat memesan ruangan yang sama di waktu bersamaan.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4754880"/>
            <a:ext cx="3108960" cy="914400"/>
          </a:xfrm>
          <a:prstGeom prst="roundRect">
            <a:avLst>
              <a:gd name="adj" fmla="val 10000"/>
            </a:avLst>
          </a:prstGeom>
          <a:solidFill>
            <a:srgbClr val="17255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8160" y="48463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Ketersediaan Real-Time
</a:t>
            </a: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Sinkronisasi instan ke seluruh pengguna.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MANAJEMEN ALUR KERJA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2: Alur Persetujuan Berjenjang &amp; Hak Akses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256032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74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TAHAP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1488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Pengajuan Jadwal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26060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Pembuat Rapat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97180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Memilih ruang, jadwal, peserta, &amp; fasilitas khusus.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45920"/>
            <a:ext cx="256032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032" y="1874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TAHAP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85032" y="21488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Persetujuan Lv 1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85032" y="26060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Kepala Divisi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85032" y="297180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Verifikasi urgensi agenda dan izin kegiatan divisi.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81344" y="1645920"/>
            <a:ext cx="256032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9944" y="1874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TAHAP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9944" y="21488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Persetujuan Lv 2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9944" y="26060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Admin Fasilitas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9944" y="297180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Alokasi ruangan, persiapan alat IT, dan konsumsi.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06256" y="1645920"/>
            <a:ext cx="256032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4856" y="1874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TAHAP 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34856" y="21488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Rapat Resmi Terbit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134856" y="26060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Sistem Terpadu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34856" y="297180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absensi &amp; notifikasi email peserta aktif.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1069848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4572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Hak Akses Cerdas &amp; Transparansi Operasional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005840" y="49834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Pembuat Rapat &amp; Tim Fasilitas: Memantau detail status persetujuan, catatan penolakan/approval, dan kesiapan fasilitas &amp; konsumsi.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Peserta Rapat Umum: Hanya melihat status resmi [Disetujui] tanpa terganggu oleh detail birokrasi dan logistik internal perusahaan.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EFISIENSI KEHADIRAN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3: Absensi Real-Time &amp; QR Code Mandiri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658368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810512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CONTACTLESS &amp; CEPAT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205740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Mandiri via Kamera Smartphone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5840" y="237744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Peserta cukup memindai QR Code yang ditampilkan panitia di layar proyektor atau tablet. Kehadiran tercatat instan tanpa antrean tanda tangan.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3090672"/>
            <a:ext cx="658368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INTEGRITAS DATA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350215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Window Validation (30 Menit)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05840" y="382219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Sesi check-in hanya dibuka mulai 30 menit sebelum rapat dimulai hingga rapat selesai. Mencegah manipulasi absensi sebelum waktu pelaksanaan.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535424"/>
            <a:ext cx="658368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700016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FLEKSIBILITAS LAPANGAN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05840" y="4946904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Opsi Check-In Manual oleh Organizer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05840" y="526694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Penyelenggara rapat tetap memiliki wewenang mencatat kehadiran secara manual untuk tamu eksternal atau peserta dengan kendala teknis.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9520" y="1645920"/>
            <a:ext cx="3840480" cy="4389120"/>
          </a:xfrm>
          <a:prstGeom prst="roundRect">
            <a:avLst>
              <a:gd name="adj" fmla="val 3571"/>
            </a:avLst>
          </a:prstGeom>
          <a:solidFill>
            <a:srgbClr val="065F46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0" y="2011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F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REKAPITULASI LIVE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55280" y="23774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Real-Time Rekap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955280" y="32004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Setiap scan terverifikasi saat itu juga. Notulensi rapat langsung menampilkan daftar peserta yang hadir tepat waktu vs terlambat tanpa rekap manual berulang.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0" y="4663440"/>
            <a:ext cx="3108960" cy="1097280"/>
          </a:xfrm>
          <a:prstGeom prst="roundRect">
            <a:avLst>
              <a:gd name="adj" fmla="val 8333"/>
            </a:avLst>
          </a:prstGeom>
          <a:solidFill>
            <a:srgbClr val="064E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4754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F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Kehadiran:
</a:t>
            </a: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Tepat Waktu / Terlambat
</a:t>
            </a:r>
            <a:r>
              <a:rPr lang="en-US" sz="1100" b="1" dirty="0">
                <a:solidFill>
                  <a:srgbClr val="FDE0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Ekspor Laporan PDF &amp; Excel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AKUNTABILITAS HASIL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4: Notulensi Digital &amp; Pelacakan Tindak Lanjut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187452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1874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Notulensi Terstruktur &amp; Finalisasi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1640" y="23774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Pencatatan poin bahasan dan keputusan rapat. Fitur penguncian (Lock Finalized Notes) menjamin integritas data rapat yang telah disahkan.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0" y="1874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Delegasi Tugas (Action Items) &amp; PIC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32320" y="23774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Setiap keputusan rapat langsung dihubungkan ke PIC (Person in Charge) spesifik lengkap dengan tanggal batas waktu (deadline).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" y="402336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40233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 Otomatis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45262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langsung menerima email notifikasi resmi saat ditunjuk, berisi rincian tugas dan tautan langsung untuk memperbarui progres di sistem.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402336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0" y="40233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Peringatan Overdue Dinamis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32320" y="45262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Tugas yang melewati batas waktu ditandai secara visual (badge merah Overdue) agar manajemen dapat segera mengambil tindakan mitigasi.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VISIBILITAS MANAJEMEN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5: Dashboard Eksekutif &amp; Laporan Analitik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4290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UTILISASI RUANGAN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22402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Efisiensi Fasilitas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Mengetahui ruangan paling sering digunakan, jam puncak operasional, dan efisiensi alokasi fasilitas kerja.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0832" y="1645920"/>
            <a:ext cx="34290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192024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DISIPLIN KEHADIRAN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45152" y="22402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Rasio Kehadiran Divisi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5152" y="2834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Tingkat kehadiran peserta rapat per unit kerja, rasio ketepatan waktu, dan rekapitulasi absensi komprehensif.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10144" y="1645920"/>
            <a:ext cx="34290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92024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TUGAS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84464" y="22402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Penyelesaian Action Items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84464" y="2834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Persentase tugas yang diselesaikan tepat waktu vs tertunda untuk memastikan keputusan rapat tereksekusi.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434840"/>
            <a:ext cx="10698480" cy="1645920"/>
          </a:xfrm>
          <a:prstGeom prst="roundRect">
            <a:avLst>
              <a:gd name="adj" fmla="val 8333"/>
            </a:avLst>
          </a:prstGeom>
          <a:solidFill>
            <a:srgbClr val="312E81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572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 Pengambilan Keputusan Berbasis Data (Data-Driven Decision)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05840" y="49834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E0E7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Manajemen dapat mengevaluasi efektivitas setiap pertemuan kerja, mengidentifikasi rapat yang tidak produktif, dan merencanakan penambahan kapasitas ruangan berdasarkan data utilisasi riil perusahaan.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KEUNGGULAN TEKNIS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Arsitektur Teknologi Modern &amp; Keamanan Terpercaya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74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APP RUNTIME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(React 19, App Router)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 super cepat dengan Server-Side Rendering (RSC) dan tampilan responsif di desktop maupun smartphone.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874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CLOUD &amp; ORM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Neon PostgreSQL &amp; Prisma ORM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6060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Penyimpanan terisolasi aman dengan enkripsi SSL/TLS, proteksi foreign key, dan integritas transaksi ACID tinggi.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0233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OTENTIKASI &amp; KEAMANAN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5156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NextAuth.js v5 &amp; RBAC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475488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Hierarki 4 peran (Super Admin, Admin, Approver, User), sandi terenkripsi bcrypt, dan proteksi sesi terenkripsi penuh.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3794760"/>
            <a:ext cx="52578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0233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&amp; GLOBAL CDN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9224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Edge Network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75488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Ketersediaan tinggi (high availability) 99.9%, sertifikat SSL otomatis, dan perlindungan DDoS bawaan.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926080" cy="292608"/>
          </a:xfrm>
          <a:prstGeom prst="roundRect">
            <a:avLst>
              <a:gd name="adj" fmla="val 3125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ON INVESTMENT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Dampak Bisnis &amp; Nilai Tambah bagi Perusahaan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  |  Smart Meeting Management System  |  https://meetthink.vercel.app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Efisiensi Waktu Koordinasi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36118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947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Memangkas waktu approval &amp; koordinasi ruangan dari hitungan hari menjadi hitungan menit.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56432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39312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Bebas Kertas (Paperless)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22192" y="36118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3685032" y="37947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Mengeliminasi lembar absensi fisik, formulir peminjaman manual, dan notulensi cetak.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81344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4224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Kasus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64224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Nol Ruangan Bentrok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47104" y="36118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9944" y="37947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Menghilangkan miskomunikasi ruangan dan mengoptimalkan pemanfaatan fasilitas kerja.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06256" y="1645920"/>
            <a:ext cx="2560320" cy="42976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89136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Tuntas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089136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Terukur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272016" y="36118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9134856" y="37947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Seluruh komitmen dan tugas rapat terpantau transparan hingga eksekusi akhir.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92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TERIMA KASIH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Kolaborasi Rapat Lebih Pintar Bersama </a:t>
            </a:r>
            <a:r>
              <a:rPr lang="en-US" sz="28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MeetThink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11680" y="2926080"/>
            <a:ext cx="8138160" cy="246888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0" y="315468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Tautan &amp; Akun Uji Coba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3566160"/>
            <a:ext cx="7589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Website Live (Production): </a:t>
            </a:r>
            <a:r>
              <a:rPr lang="en-US" sz="11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https://meetthink.vercel.app
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Repositori GitHub: </a:t>
            </a:r>
            <a:r>
              <a:rPr lang="en-US" sz="115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https://github.com/allaboutpampam8-crypto/meetthink
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Akun Super Admin: </a:t>
            </a: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superadmin@company.com  /  Admin@1234
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Akun Approver: </a:t>
            </a: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kepala@company.com  /  Admin@1234</a:t>
            </a:r>
            <a:endParaRPr lang="en-US" sz="11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0B9DFA-85BD-2EF7-19B3-85540C79A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395" y="356795"/>
            <a:ext cx="1115209" cy="11152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1339</Words>
  <Application>Microsoft Office PowerPoint</Application>
  <PresentationFormat>Widescreen</PresentationFormat>
  <Paragraphs>170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MeetThink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MeetThink - Smart Meeting Management System</dc:title>
  <dc:subject>PptxGenJS Presentation</dc:subject>
  <dc:creator>MeetThink Development Team</dc:creator>
  <cp:lastModifiedBy>Pampam Pam</cp:lastModifiedBy>
  <cp:revision>3</cp:revision>
  <dcterms:created xsi:type="dcterms:W3CDTF">2026-09-29T09:22:28Z</dcterms:created>
  <dcterms:modified xsi:type="dcterms:W3CDTF">2026-09-29T09:34:14Z</dcterms:modified>
</cp:coreProperties>
</file>